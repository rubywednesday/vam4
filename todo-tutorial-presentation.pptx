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Todo Tutorial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</a:rPr>
              <a:t>Next.js 16 · React 19 · Tailwind CSS v4 · shadcn/ui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1A1AA"/>
                </a:solidFill>
              </a:rPr>
              <a:t>2026.05.27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앱 소개 &amp; 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✅ 할 일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추가 · 완료 토글 · 삭제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🏷️ 우선순위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높음 / 중간 / 낮음 3단계 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🔍 필터링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전체 / 진행중 / 완료 탭 전환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39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🌙 다크 / 라이트 모드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14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'd' 키 단축키로 즉시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47472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639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📱 반응형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114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Tailwind CSS v4 기반 모던 디자인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474720"/>
            <a:ext cx="3474720" cy="192024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639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🧪 테스트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114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Vitest 유닛 테스트 · Playwright E2E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App Router, Turbopack, Server Components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UI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최신 Concurrent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443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Tailwind CSS 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443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CSS-first 설정 (globals.css)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56032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443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shadcn/ui + Radix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9443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radix-maia 스타일, taupe 베이스 컬러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79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319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Icons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lucide-react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2452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SVG 아이콘 라이브러리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40479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Theme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24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next-themes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22452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시스템 다크모드 + 키 단축키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046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Bun 1.3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504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패키지 매니저 &amp; 런타임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120640"/>
            <a:ext cx="5394960" cy="10972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1A1AA"/>
                </a:solidFill>
              </a:rPr>
              <a:t>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5046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Vitest + Playwright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504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유닛 + E2E 테스트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UI 스크린샷 — 기본 화면</a:t>
            </a:r>
          </a:p>
        </p:txBody>
      </p:sp>
      <p:pic>
        <p:nvPicPr>
          <p:cNvPr id="4" name="Picture 3" descr="01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</a:rPr>
              <a:t>초기 화면 (빈 상태)</a:t>
            </a:r>
          </a:p>
        </p:txBody>
      </p:sp>
      <p:pic>
        <p:nvPicPr>
          <p:cNvPr id="6" name="Picture 5" descr="03-add-sec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</a:rPr>
              <a:t>할 일 2개 추가 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UI 스크린샷 — 토글 &amp; 필터</a:t>
            </a:r>
          </a:p>
        </p:txBody>
      </p:sp>
      <p:pic>
        <p:nvPicPr>
          <p:cNvPr id="4" name="Picture 3" descr="04-toggle-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</a:rPr>
              <a:t>첫 번째 항목 완료 처리</a:t>
            </a:r>
          </a:p>
        </p:txBody>
      </p:sp>
      <p:pic>
        <p:nvPicPr>
          <p:cNvPr id="6" name="Picture 5" descr="05-filter-comple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486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1A1AA"/>
                </a:solidFill>
              </a:rPr>
              <a:t>완료 필터 활성화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코드 구조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669280" cy="530352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8BFA"/>
                </a:solidFill>
              </a:rPr>
              <a:t>todo-tutorial/
├── app/
│   ├── page.tsx          ← 메인 페이지 (TodoApp 진입점)
│   ├── layout.tsx        ← Root Layout + ThemeProvider
│   └── globals.css       ← Tailwind v4 테마 변수
├── components/
│   ├── todo-app.tsx      ← 핵심 상태 관리 + 렌더링
│   ├── theme-provider.tsx← 다크모드 + 'd' 단축키
│   └── ui/               ← shadcn 생성 컴포넌트
├── lib/
│   └── utils.ts          ← cn() 유틸리티
└── .claude/
    └── skills/
        └── run-todo-tutorial/  ← Playwright 드라이버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280160"/>
            <a:ext cx="7315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App Router 기반 — 서버/클라이언트 컴포넌트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148839"/>
            <a:ext cx="7315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94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CSS-first Tailwind v4 — tailwind.config.js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017520"/>
            <a:ext cx="7315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shadcn/ui 컴포넌트는 components/ui/ 에 소유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886200"/>
            <a:ext cx="7315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상태는 todo-app.tsx 단일 컴포넌트에서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754879"/>
            <a:ext cx="73152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8005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Playwright driver.mjs 로 헤드리스 E2E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</a:rPr>
              <a:t>github.com/todo-tutorial  ·  claude.ai/code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